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BDBD"/>
    <a:srgbClr val="DC2CC3"/>
    <a:srgbClr val="B76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WARI KONGARAPU" userId="46d7189782386a50" providerId="LiveId" clId="{035590E2-8DE2-4204-8248-D94A6EAF571C}"/>
    <pc:docChg chg="delSld modSld sldOrd">
      <pc:chgData name="MAHESWARI KONGARAPU" userId="46d7189782386a50" providerId="LiveId" clId="{035590E2-8DE2-4204-8248-D94A6EAF571C}" dt="2026-01-30T04:13:42.206" v="105" actId="1076"/>
      <pc:docMkLst>
        <pc:docMk/>
      </pc:docMkLst>
      <pc:sldChg chg="del">
        <pc:chgData name="MAHESWARI KONGARAPU" userId="46d7189782386a50" providerId="LiveId" clId="{035590E2-8DE2-4204-8248-D94A6EAF571C}" dt="2026-01-30T03:57:46.863" v="91" actId="2696"/>
        <pc:sldMkLst>
          <pc:docMk/>
          <pc:sldMk cId="2906028926" sldId="258"/>
        </pc:sldMkLst>
      </pc:sldChg>
      <pc:sldChg chg="modSp mod ord">
        <pc:chgData name="MAHESWARI KONGARAPU" userId="46d7189782386a50" providerId="LiveId" clId="{035590E2-8DE2-4204-8248-D94A6EAF571C}" dt="2026-01-30T03:50:59.401" v="77" actId="113"/>
        <pc:sldMkLst>
          <pc:docMk/>
          <pc:sldMk cId="3047618725" sldId="260"/>
        </pc:sldMkLst>
        <pc:spChg chg="mod">
          <ac:chgData name="MAHESWARI KONGARAPU" userId="46d7189782386a50" providerId="LiveId" clId="{035590E2-8DE2-4204-8248-D94A6EAF571C}" dt="2026-01-30T03:50:59.401" v="77" actId="113"/>
          <ac:spMkLst>
            <pc:docMk/>
            <pc:sldMk cId="3047618725" sldId="260"/>
            <ac:spMk id="12" creationId="{04969E17-129B-242C-E2FD-15B901EB4494}"/>
          </ac:spMkLst>
        </pc:spChg>
        <pc:spChg chg="mod">
          <ac:chgData name="MAHESWARI KONGARAPU" userId="46d7189782386a50" providerId="LiveId" clId="{035590E2-8DE2-4204-8248-D94A6EAF571C}" dt="2026-01-30T03:50:36.902" v="76" actId="12"/>
          <ac:spMkLst>
            <pc:docMk/>
            <pc:sldMk cId="3047618725" sldId="260"/>
            <ac:spMk id="13" creationId="{B09157BC-6A24-22AD-8B93-1AD704F3B79B}"/>
          </ac:spMkLst>
        </pc:spChg>
      </pc:sldChg>
      <pc:sldChg chg="modSp mod">
        <pc:chgData name="MAHESWARI KONGARAPU" userId="46d7189782386a50" providerId="LiveId" clId="{035590E2-8DE2-4204-8248-D94A6EAF571C}" dt="2026-01-30T03:44:38.948" v="36" actId="122"/>
        <pc:sldMkLst>
          <pc:docMk/>
          <pc:sldMk cId="525079563" sldId="261"/>
        </pc:sldMkLst>
        <pc:spChg chg="mod">
          <ac:chgData name="MAHESWARI KONGARAPU" userId="46d7189782386a50" providerId="LiveId" clId="{035590E2-8DE2-4204-8248-D94A6EAF571C}" dt="2026-01-30T03:44:38.948" v="36" actId="122"/>
          <ac:spMkLst>
            <pc:docMk/>
            <pc:sldMk cId="525079563" sldId="261"/>
            <ac:spMk id="5" creationId="{B4FC37C2-6859-88C6-DA93-F4053D25E232}"/>
          </ac:spMkLst>
        </pc:spChg>
      </pc:sldChg>
      <pc:sldChg chg="modSp mod">
        <pc:chgData name="MAHESWARI KONGARAPU" userId="46d7189782386a50" providerId="LiveId" clId="{035590E2-8DE2-4204-8248-D94A6EAF571C}" dt="2026-01-30T03:59:05.946" v="97" actId="1076"/>
        <pc:sldMkLst>
          <pc:docMk/>
          <pc:sldMk cId="3319837835" sldId="262"/>
        </pc:sldMkLst>
        <pc:spChg chg="mod">
          <ac:chgData name="MAHESWARI KONGARAPU" userId="46d7189782386a50" providerId="LiveId" clId="{035590E2-8DE2-4204-8248-D94A6EAF571C}" dt="2026-01-30T03:59:05.946" v="97" actId="1076"/>
          <ac:spMkLst>
            <pc:docMk/>
            <pc:sldMk cId="3319837835" sldId="262"/>
            <ac:spMk id="2" creationId="{C172774F-8AE2-DA3E-CF43-0C196C633939}"/>
          </ac:spMkLst>
        </pc:spChg>
      </pc:sldChg>
      <pc:sldChg chg="modSp mod">
        <pc:chgData name="MAHESWARI KONGARAPU" userId="46d7189782386a50" providerId="LiveId" clId="{035590E2-8DE2-4204-8248-D94A6EAF571C}" dt="2026-01-30T03:58:49.860" v="95" actId="1076"/>
        <pc:sldMkLst>
          <pc:docMk/>
          <pc:sldMk cId="3861092148" sldId="263"/>
        </pc:sldMkLst>
        <pc:spChg chg="mod">
          <ac:chgData name="MAHESWARI KONGARAPU" userId="46d7189782386a50" providerId="LiveId" clId="{035590E2-8DE2-4204-8248-D94A6EAF571C}" dt="2026-01-30T03:58:49.860" v="95" actId="1076"/>
          <ac:spMkLst>
            <pc:docMk/>
            <pc:sldMk cId="3861092148" sldId="263"/>
            <ac:spMk id="5" creationId="{B6F4AB53-A7E7-3F66-5C02-7160E5A2843E}"/>
          </ac:spMkLst>
        </pc:spChg>
      </pc:sldChg>
      <pc:sldChg chg="addSp modSp mod">
        <pc:chgData name="MAHESWARI KONGARAPU" userId="46d7189782386a50" providerId="LiveId" clId="{035590E2-8DE2-4204-8248-D94A6EAF571C}" dt="2026-01-30T04:13:42.206" v="105" actId="1076"/>
        <pc:sldMkLst>
          <pc:docMk/>
          <pc:sldMk cId="2971291566" sldId="264"/>
        </pc:sldMkLst>
        <pc:spChg chg="mod">
          <ac:chgData name="MAHESWARI KONGARAPU" userId="46d7189782386a50" providerId="LiveId" clId="{035590E2-8DE2-4204-8248-D94A6EAF571C}" dt="2026-01-30T04:13:42.206" v="105" actId="1076"/>
          <ac:spMkLst>
            <pc:docMk/>
            <pc:sldMk cId="2971291566" sldId="264"/>
            <ac:spMk id="2" creationId="{8B23EE5E-C6D2-416C-9F6A-F1E52B149640}"/>
          </ac:spMkLst>
        </pc:spChg>
        <pc:picChg chg="add mod">
          <ac:chgData name="MAHESWARI KONGARAPU" userId="46d7189782386a50" providerId="LiveId" clId="{035590E2-8DE2-4204-8248-D94A6EAF571C}" dt="2026-01-30T04:13:35.857" v="104" actId="1076"/>
          <ac:picMkLst>
            <pc:docMk/>
            <pc:sldMk cId="2971291566" sldId="264"/>
            <ac:picMk id="9" creationId="{7C87EDE6-DED1-F931-EB96-CC1FD1AAE941}"/>
          </ac:picMkLst>
        </pc:picChg>
      </pc:sldChg>
      <pc:sldChg chg="modSp mod">
        <pc:chgData name="MAHESWARI KONGARAPU" userId="46d7189782386a50" providerId="LiveId" clId="{035590E2-8DE2-4204-8248-D94A6EAF571C}" dt="2026-01-30T03:51:54.669" v="87" actId="6549"/>
        <pc:sldMkLst>
          <pc:docMk/>
          <pc:sldMk cId="2127333620" sldId="265"/>
        </pc:sldMkLst>
        <pc:spChg chg="mod">
          <ac:chgData name="MAHESWARI KONGARAPU" userId="46d7189782386a50" providerId="LiveId" clId="{035590E2-8DE2-4204-8248-D94A6EAF571C}" dt="2026-01-30T03:45:25.391" v="40" actId="122"/>
          <ac:spMkLst>
            <pc:docMk/>
            <pc:sldMk cId="2127333620" sldId="265"/>
            <ac:spMk id="2" creationId="{6A924B4A-519A-3D53-1531-282F01767CA3}"/>
          </ac:spMkLst>
        </pc:spChg>
        <pc:spChg chg="mod">
          <ac:chgData name="MAHESWARI KONGARAPU" userId="46d7189782386a50" providerId="LiveId" clId="{035590E2-8DE2-4204-8248-D94A6EAF571C}" dt="2026-01-30T03:51:54.669" v="87" actId="6549"/>
          <ac:spMkLst>
            <pc:docMk/>
            <pc:sldMk cId="2127333620" sldId="265"/>
            <ac:spMk id="3" creationId="{09695B92-4DF5-E8BF-1EAA-B6B6E0E168E6}"/>
          </ac:spMkLst>
        </pc:spChg>
      </pc:sldChg>
      <pc:sldChg chg="modSp mod">
        <pc:chgData name="MAHESWARI KONGARAPU" userId="46d7189782386a50" providerId="LiveId" clId="{035590E2-8DE2-4204-8248-D94A6EAF571C}" dt="2026-01-30T03:47:56.561" v="61" actId="14100"/>
        <pc:sldMkLst>
          <pc:docMk/>
          <pc:sldMk cId="4061660230" sldId="266"/>
        </pc:sldMkLst>
        <pc:spChg chg="mod">
          <ac:chgData name="MAHESWARI KONGARAPU" userId="46d7189782386a50" providerId="LiveId" clId="{035590E2-8DE2-4204-8248-D94A6EAF571C}" dt="2026-01-30T03:47:56.561" v="61" actId="14100"/>
          <ac:spMkLst>
            <pc:docMk/>
            <pc:sldMk cId="4061660230" sldId="266"/>
            <ac:spMk id="2" creationId="{78754FBD-F0D4-88D4-A6C1-1FD70A5E7985}"/>
          </ac:spMkLst>
        </pc:spChg>
        <pc:spChg chg="mod">
          <ac:chgData name="MAHESWARI KONGARAPU" userId="46d7189782386a50" providerId="LiveId" clId="{035590E2-8DE2-4204-8248-D94A6EAF571C}" dt="2026-01-30T03:47:15.910" v="58" actId="5793"/>
          <ac:spMkLst>
            <pc:docMk/>
            <pc:sldMk cId="4061660230" sldId="266"/>
            <ac:spMk id="3" creationId="{1A5E5732-5850-A7C1-1104-CFAF4D1DEAC0}"/>
          </ac:spMkLst>
        </pc:spChg>
      </pc:sldChg>
      <pc:sldChg chg="modSp mod">
        <pc:chgData name="MAHESWARI KONGARAPU" userId="46d7189782386a50" providerId="LiveId" clId="{035590E2-8DE2-4204-8248-D94A6EAF571C}" dt="2026-01-30T03:58:34.023" v="94" actId="14861"/>
        <pc:sldMkLst>
          <pc:docMk/>
          <pc:sldMk cId="1624065209" sldId="267"/>
        </pc:sldMkLst>
        <pc:spChg chg="mod">
          <ac:chgData name="MAHESWARI KONGARAPU" userId="46d7189782386a50" providerId="LiveId" clId="{035590E2-8DE2-4204-8248-D94A6EAF571C}" dt="2026-01-30T03:49:05.597" v="68" actId="20577"/>
          <ac:spMkLst>
            <pc:docMk/>
            <pc:sldMk cId="1624065209" sldId="267"/>
            <ac:spMk id="2" creationId="{4331E2D6-2519-D58F-7B1D-47B1BE51FB01}"/>
          </ac:spMkLst>
        </pc:spChg>
        <pc:spChg chg="mod">
          <ac:chgData name="MAHESWARI KONGARAPU" userId="46d7189782386a50" providerId="LiveId" clId="{035590E2-8DE2-4204-8248-D94A6EAF571C}" dt="2026-01-30T03:48:28.007" v="65" actId="14100"/>
          <ac:spMkLst>
            <pc:docMk/>
            <pc:sldMk cId="1624065209" sldId="267"/>
            <ac:spMk id="4" creationId="{8FFEDC86-B1A8-5989-3F61-B5F3381DC513}"/>
          </ac:spMkLst>
        </pc:spChg>
        <pc:picChg chg="mod">
          <ac:chgData name="MAHESWARI KONGARAPU" userId="46d7189782386a50" providerId="LiveId" clId="{035590E2-8DE2-4204-8248-D94A6EAF571C}" dt="2026-01-30T03:58:34.023" v="94" actId="14861"/>
          <ac:picMkLst>
            <pc:docMk/>
            <pc:sldMk cId="1624065209" sldId="267"/>
            <ac:picMk id="7" creationId="{82FB518D-DBD3-FE6A-8B38-6A13B51447CB}"/>
          </ac:picMkLst>
        </pc:picChg>
      </pc:sldChg>
      <pc:sldChg chg="modSp mod">
        <pc:chgData name="MAHESWARI KONGARAPU" userId="46d7189782386a50" providerId="LiveId" clId="{035590E2-8DE2-4204-8248-D94A6EAF571C}" dt="2026-01-30T03:52:54.367" v="90" actId="120"/>
        <pc:sldMkLst>
          <pc:docMk/>
          <pc:sldMk cId="3398616565" sldId="268"/>
        </pc:sldMkLst>
        <pc:spChg chg="mod">
          <ac:chgData name="MAHESWARI KONGARAPU" userId="46d7189782386a50" providerId="LiveId" clId="{035590E2-8DE2-4204-8248-D94A6EAF571C}" dt="2026-01-30T03:52:54.367" v="90" actId="120"/>
          <ac:spMkLst>
            <pc:docMk/>
            <pc:sldMk cId="3398616565" sldId="268"/>
            <ac:spMk id="2" creationId="{8AEE8442-6457-B2B2-67DA-5ABCB3278CF5}"/>
          </ac:spMkLst>
        </pc:spChg>
        <pc:spChg chg="mod">
          <ac:chgData name="MAHESWARI KONGARAPU" userId="46d7189782386a50" providerId="LiveId" clId="{035590E2-8DE2-4204-8248-D94A6EAF571C}" dt="2026-01-30T03:49:30.493" v="71" actId="14100"/>
          <ac:spMkLst>
            <pc:docMk/>
            <pc:sldMk cId="3398616565" sldId="268"/>
            <ac:spMk id="3" creationId="{958E0E30-5ED9-F4AE-F98F-59427E0AD7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36987-426F-4406-AB22-649CDA5D4AFF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09304-2402-4566-A024-DD1804EA8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0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8A04-5EC7-89AD-D993-8BA9A6152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5D719-2EEA-3C4E-6C3A-A1117AA6E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357CE-5242-9696-3D73-6D0C50F7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7C3EA-CBD6-6034-3F2F-2684E40B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D59B4-A1F4-D71D-53A9-87CCEB8C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745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9271-0295-FBB0-9DF5-09E87657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F22FF-26EB-D978-D4A6-8F3D450B8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8C33B-138A-9D71-CB96-EE8676E6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77400-DCF9-7F6A-DF61-832031FD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E53A1-E9E9-D0CD-C2F5-D16ED43C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18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157D-444F-B491-313F-426DD54B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F6C7-64DB-C914-D85A-336BCE1B9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872B-AA32-5639-FBE7-41C9DABB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30909-58BA-9EB7-5257-1C9456D9E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94852-5DE3-48C5-E4C2-E9532A65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94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78B3-C151-64FF-4B39-098E6BBE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34A6F-564B-E156-76F3-9D47130E0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74FC4-41B1-C7CC-6432-59BDB286B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B20A3-A790-C5EF-FF0C-162BA8C1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3A279-5164-F29C-892D-1866FF1D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E8E21-FB31-8A31-7DA2-BF15C87C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9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0364-11D7-2C46-067A-07B7D47F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2873A-8819-CB7B-2A2C-629783BFF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99258-A56B-FB96-DC1C-BA4A03238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A54B6-B3D9-3C6A-3646-4C3A646A6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657C7-D0A6-B554-D7C0-4C14ED64A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D145E-0360-9B29-C837-DD792374C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DE784-BC31-94D8-4832-A622F4A3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CAE45-9322-CA2A-3B11-6DE87088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72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590F-F49D-EE8C-F29E-CD4074B1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21A5E-889A-FCAB-17B3-82EE5164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9C825-6D05-0BDE-AB94-94E32D83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7BB77-B296-9B10-4E7C-E348F440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44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A23C4-49C6-9555-52B8-F9A20550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5A249-1BFB-9B32-734D-43B24BC4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3F2BD-F1B3-6A87-A8E1-87C529DC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5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6D32-2B64-263D-12B9-2F337C04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98C1-569A-BD18-F169-6BF51D51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C81A2-2F54-5535-0514-B9F0DF9F8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48DD5-D629-F9D5-C922-DC7024E9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40229-5675-1119-900F-3D18D50F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6F8C1-57D8-C7A2-5A53-EC91FDCE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24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0A8E-9C5A-2456-C565-CF218C92D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680E5-FBF8-BE45-99B3-5BD84C9FC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50FBD-42A5-1761-4164-553870372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985FE-A549-E8B2-3152-9E73E28E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036E4-120B-45B8-3308-5D85B9AF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40A08-0C70-8B45-1C9E-AEFA2A19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4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067A-F697-9A6E-67BD-8EF2DE9F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2D0B8-A065-914F-BE8F-5C04858B5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C28AF-6173-C3E8-C77A-08282F7A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3CF2F-1253-3478-389D-7020E3A8A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A017A-3040-87E3-B490-6F108E7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1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1B5D6-FFAB-28E7-2798-FBFF11BF0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F65F7-F8A9-8929-A495-E1BAA1B6C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A80B-9F07-A6FC-5FBC-B847997E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A54FC-3936-2495-1993-56B8BF78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D699-7048-C001-5968-DF830BF9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03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71CD5-E287-4719-4FC7-58B6078B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CB99-97B1-0BAB-2A41-B8CEFBB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089EE-352F-9BD1-7C21-39F748FB6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9EA5D-7305-41EE-B619-569C495FFCA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48896-8E97-C08A-3B4C-EAB8B0928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0FBB0-FBAD-AA72-3426-9762590CF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9BFE4-EED7-48F6-8285-0227F570A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8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52CE05-2BA4-57BB-1FF8-FCAB8DBFB941}"/>
              </a:ext>
            </a:extLst>
          </p:cNvPr>
          <p:cNvGrpSpPr/>
          <p:nvPr/>
        </p:nvGrpSpPr>
        <p:grpSpPr>
          <a:xfrm>
            <a:off x="4786009" y="-1"/>
            <a:ext cx="7405991" cy="6858001"/>
            <a:chOff x="4786009" y="-1"/>
            <a:chExt cx="7405991" cy="6858001"/>
          </a:xfrm>
          <a:blipFill>
            <a:blip r:embed="rId2"/>
            <a:stretch>
              <a:fillRect/>
            </a:stretch>
          </a:blipFill>
          <a:effectLst>
            <a:outerShdw blurRad="88900" dist="50800" dir="6600000" algn="ctr" rotWithShape="0">
              <a:srgbClr val="000000">
                <a:alpha val="79000"/>
              </a:srgbClr>
            </a:outerShdw>
          </a:effectLst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92CAA13-6CAA-71BF-A3F8-929F3F6F4A91}"/>
                </a:ext>
              </a:extLst>
            </p:cNvPr>
            <p:cNvSpPr/>
            <p:nvPr/>
          </p:nvSpPr>
          <p:spPr>
            <a:xfrm>
              <a:off x="4990289" y="3501957"/>
              <a:ext cx="7201711" cy="3356043"/>
            </a:xfrm>
            <a:prstGeom prst="triangle">
              <a:avLst>
                <a:gd name="adj" fmla="val 5516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4A15707-42F4-0364-324D-E1C3D2063ECF}"/>
                </a:ext>
              </a:extLst>
            </p:cNvPr>
            <p:cNvSpPr/>
            <p:nvPr/>
          </p:nvSpPr>
          <p:spPr>
            <a:xfrm rot="16200000">
              <a:off x="7201711" y="1814208"/>
              <a:ext cx="6750996" cy="322958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DC2A325-0D56-098E-9B40-CE060224B24C}"/>
                </a:ext>
              </a:extLst>
            </p:cNvPr>
            <p:cNvSpPr/>
            <p:nvPr/>
          </p:nvSpPr>
          <p:spPr>
            <a:xfrm rot="10800000">
              <a:off x="4786009" y="-1"/>
              <a:ext cx="7405991" cy="3501958"/>
            </a:xfrm>
            <a:prstGeom prst="triangle">
              <a:avLst>
                <a:gd name="adj" fmla="val 4497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2E0D7EB-6352-2194-2A09-2A5E0F6FCD26}"/>
              </a:ext>
            </a:extLst>
          </p:cNvPr>
          <p:cNvSpPr txBox="1"/>
          <p:nvPr/>
        </p:nvSpPr>
        <p:spPr>
          <a:xfrm>
            <a:off x="2130357" y="2062261"/>
            <a:ext cx="26556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DevOps Chatbot for Alerts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185667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4969E17-129B-242C-E2FD-15B901EB4494}"/>
              </a:ext>
            </a:extLst>
          </p:cNvPr>
          <p:cNvSpPr txBox="1"/>
          <p:nvPr/>
        </p:nvSpPr>
        <p:spPr>
          <a:xfrm>
            <a:off x="4503907" y="437746"/>
            <a:ext cx="3647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Introduction</a:t>
            </a:r>
            <a:endParaRPr lang="en-IN" sz="4000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9157BC-6A24-22AD-8B93-1AD704F3B79B}"/>
              </a:ext>
            </a:extLst>
          </p:cNvPr>
          <p:cNvSpPr txBox="1"/>
          <p:nvPr/>
        </p:nvSpPr>
        <p:spPr>
          <a:xfrm>
            <a:off x="2169269" y="1449421"/>
            <a:ext cx="80739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DevOps is a combination of Development and Operations used to automate software delivery.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 DevOps, CI/CD pipelines and servers must be continuously monitored.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Manual monitoring is difficult and time-consuming for engineers.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Chatbots can automate communication and provide instant notifications.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This project proposes a chatbot-based alert system to notify DevOps teams in real time using Telegram or Slack..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47618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8BE3A3-B22D-8280-E2B1-CF4F76503C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C37C2-6859-88C6-DA93-F4053D25E232}"/>
              </a:ext>
            </a:extLst>
          </p:cNvPr>
          <p:cNvSpPr txBox="1"/>
          <p:nvPr/>
        </p:nvSpPr>
        <p:spPr>
          <a:xfrm>
            <a:off x="4440676" y="359921"/>
            <a:ext cx="4056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Problem Statement</a:t>
            </a:r>
            <a:endParaRPr lang="en-IN" sz="36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30F03-9117-1867-3C1E-32CAF39B53CA}"/>
              </a:ext>
            </a:extLst>
          </p:cNvPr>
          <p:cNvSpPr txBox="1"/>
          <p:nvPr/>
        </p:nvSpPr>
        <p:spPr>
          <a:xfrm>
            <a:off x="1877437" y="1304617"/>
            <a:ext cx="91829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DevOps engineers need to manually monitor CI/CD pipelines like Jenkins and GitHub Actions.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Manual monitoring is time-consuming and inefficient.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Engineers may miss build failures or server downtime due to continuous workload.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Delayed detection of issues can cause system outages and service disruption.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Manual checking increases the risk of human errors.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There is no instant real-time notification system in the traditional monitoring process.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Therefore, an automated chatbot-based alert system is required to notify DevOps teams in real time.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25079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C17E5-5B60-5C76-FE03-7B6F4AC5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CF9F2A-5A78-4711-A476-E54E906ECB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2774F-8AE2-DA3E-CF43-0C196C633939}"/>
              </a:ext>
            </a:extLst>
          </p:cNvPr>
          <p:cNvSpPr txBox="1"/>
          <p:nvPr/>
        </p:nvSpPr>
        <p:spPr>
          <a:xfrm>
            <a:off x="4173165" y="506798"/>
            <a:ext cx="4260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Proposed Solution</a:t>
            </a:r>
            <a:endParaRPr lang="en-IN" sz="4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D4C3E-FC32-EC75-2759-9890554D70F4}"/>
              </a:ext>
            </a:extLst>
          </p:cNvPr>
          <p:cNvSpPr txBox="1"/>
          <p:nvPr/>
        </p:nvSpPr>
        <p:spPr>
          <a:xfrm>
            <a:off x="1984443" y="1488332"/>
            <a:ext cx="86381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Design a chatbot integrated with CI/CD pipelines like Jenkins or GitHub Actions.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a Python-based alert system to detect build status and server issues.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Automatically send notifications to Telegram or Slack using Bot API.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Provide real-time alerts for build success, build failure, and server downtime.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Reduce manual monitoring by automating the alert process.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Improve response time and system reliability in DevOps operations.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19837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48262-331C-68BF-AE77-8D3C86A9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1E1158-D99D-688E-8B1E-C501D3282B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C4B2C-177B-797C-7619-C96B061956E6}"/>
              </a:ext>
            </a:extLst>
          </p:cNvPr>
          <p:cNvSpPr txBox="1"/>
          <p:nvPr/>
        </p:nvSpPr>
        <p:spPr>
          <a:xfrm>
            <a:off x="2451370" y="2285999"/>
            <a:ext cx="8813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objective of this project is to design a chatbot-based alert system that integrates with CI/CD pipelines.</a:t>
            </a:r>
          </a:p>
          <a:p>
            <a:r>
              <a:rPr lang="en-US" sz="2400" dirty="0"/>
              <a:t>It aims to automate notifications, reduce manual monitoring, and improve system reliability and response time in DevOps environments.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4AB53-A7E7-3F66-5C02-7160E5A2843E}"/>
              </a:ext>
            </a:extLst>
          </p:cNvPr>
          <p:cNvSpPr txBox="1"/>
          <p:nvPr/>
        </p:nvSpPr>
        <p:spPr>
          <a:xfrm>
            <a:off x="4143982" y="1096836"/>
            <a:ext cx="4338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Project Objectives</a:t>
            </a:r>
            <a:endParaRPr lang="en-IN" sz="3600" b="1" u="sng" dirty="0"/>
          </a:p>
        </p:txBody>
      </p:sp>
    </p:spTree>
    <p:extLst>
      <p:ext uri="{BB962C8B-B14F-4D97-AF65-F5344CB8AC3E}">
        <p14:creationId xmlns:p14="http://schemas.microsoft.com/office/powerpoint/2010/main" val="3861092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B1A0E-08AC-0742-EDA1-B28BFEFC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EA4E3C-F676-5E40-E731-21786BCEE8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23EE5E-C6D2-416C-9F6A-F1E52B149640}"/>
              </a:ext>
            </a:extLst>
          </p:cNvPr>
          <p:cNvSpPr txBox="1"/>
          <p:nvPr/>
        </p:nvSpPr>
        <p:spPr>
          <a:xfrm>
            <a:off x="4082374" y="482079"/>
            <a:ext cx="4260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System Architecture</a:t>
            </a:r>
            <a:endParaRPr lang="en-IN" sz="36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55BB2-84BC-E79D-B910-B86E8458EAE3}"/>
              </a:ext>
            </a:extLst>
          </p:cNvPr>
          <p:cNvSpPr txBox="1"/>
          <p:nvPr/>
        </p:nvSpPr>
        <p:spPr>
          <a:xfrm>
            <a:off x="1984443" y="1488332"/>
            <a:ext cx="8638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87EDE6-DED1-F931-EB96-CC1FD1AAE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091" y="1284052"/>
            <a:ext cx="5389818" cy="54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91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0ED19-B38A-A9EC-F47C-429266F9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DDA51D-F25D-B7D3-A3CA-6430C329EB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24B4A-519A-3D53-1531-282F01767CA3}"/>
              </a:ext>
            </a:extLst>
          </p:cNvPr>
          <p:cNvSpPr txBox="1"/>
          <p:nvPr/>
        </p:nvSpPr>
        <p:spPr>
          <a:xfrm>
            <a:off x="4218561" y="1040302"/>
            <a:ext cx="4260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Tools &amp; Technologies</a:t>
            </a:r>
            <a:endParaRPr lang="en-IN" sz="32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95B92-4DF5-E8BF-1EAA-B6B6E0E168E6}"/>
              </a:ext>
            </a:extLst>
          </p:cNvPr>
          <p:cNvSpPr txBox="1"/>
          <p:nvPr/>
        </p:nvSpPr>
        <p:spPr>
          <a:xfrm>
            <a:off x="2568102" y="2159540"/>
            <a:ext cx="8638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u="sng" dirty="0"/>
              <a:t>Python</a:t>
            </a:r>
            <a:r>
              <a:rPr lang="en-IN" sz="2400" dirty="0"/>
              <a:t>: for scripting the alert system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u="sng" dirty="0"/>
              <a:t>Telegram API</a:t>
            </a:r>
            <a:r>
              <a:rPr lang="en-IN" sz="2400" dirty="0"/>
              <a:t>: for chatbot communication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u="sng" dirty="0"/>
              <a:t>Jenkins or GitHub Actions</a:t>
            </a:r>
            <a:r>
              <a:rPr lang="en-IN" sz="2400" dirty="0"/>
              <a:t>: for CI/CD pipeline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u="sng" dirty="0"/>
              <a:t>Git and Linux</a:t>
            </a:r>
            <a:r>
              <a:rPr lang="en-IN" sz="2400" dirty="0"/>
              <a:t>: for version control and system operations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u="sng" dirty="0"/>
              <a:t>Docker</a:t>
            </a:r>
            <a:r>
              <a:rPr lang="en-IN" sz="2400" dirty="0"/>
              <a:t>: can be used for containerization in future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127333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DBF87-138A-CD49-6EF1-AD322B96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46A77E-288C-CAAA-A402-873429479E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54FBD-F0D4-88D4-A6C1-1FD70A5E7985}"/>
              </a:ext>
            </a:extLst>
          </p:cNvPr>
          <p:cNvSpPr txBox="1"/>
          <p:nvPr/>
        </p:nvSpPr>
        <p:spPr>
          <a:xfrm>
            <a:off x="3560324" y="1155202"/>
            <a:ext cx="5804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Features</a:t>
            </a:r>
            <a:endParaRPr lang="en-IN" sz="4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E5732-5850-A7C1-1104-CFAF4D1DEAC0}"/>
              </a:ext>
            </a:extLst>
          </p:cNvPr>
          <p:cNvSpPr txBox="1"/>
          <p:nvPr/>
        </p:nvSpPr>
        <p:spPr>
          <a:xfrm>
            <a:off x="2247090" y="2274838"/>
            <a:ext cx="86381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Real-time notifications for build success and build failure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Server downtime and system error alerts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Automated message delivery using Telegram </a:t>
            </a:r>
            <a:r>
              <a:rPr lang="en-IN" sz="2400" dirty="0" err="1"/>
              <a:t>chatbo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CI/CD pipeline integration with Jenkins or GitHub Actions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Python-based alert triggering system24/7 automated monitoring without manual checking.</a:t>
            </a:r>
          </a:p>
        </p:txBody>
      </p:sp>
    </p:spTree>
    <p:extLst>
      <p:ext uri="{BB962C8B-B14F-4D97-AF65-F5344CB8AC3E}">
        <p14:creationId xmlns:p14="http://schemas.microsoft.com/office/powerpoint/2010/main" val="4061660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799DA-52B6-21CC-E01A-509A1177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FEDC86-B1A8-5989-3F61-B5F3381DC513}"/>
              </a:ext>
            </a:extLst>
          </p:cNvPr>
          <p:cNvSpPr/>
          <p:nvPr/>
        </p:nvSpPr>
        <p:spPr>
          <a:xfrm>
            <a:off x="-352582" y="0"/>
            <a:ext cx="12473246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1E2D6-2519-D58F-7B1D-47B1BE51FB01}"/>
              </a:ext>
            </a:extLst>
          </p:cNvPr>
          <p:cNvSpPr txBox="1"/>
          <p:nvPr/>
        </p:nvSpPr>
        <p:spPr>
          <a:xfrm>
            <a:off x="5145932" y="309976"/>
            <a:ext cx="435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Result</a:t>
            </a:r>
            <a:endParaRPr lang="en-IN" sz="3200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B518D-DBD3-FE6A-8B38-6A13B5144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435" y="1098591"/>
            <a:ext cx="8528919" cy="55555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0800000" algn="r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4065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46D92-A228-9CDC-6E5E-AF10299A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9561F2-B50C-F4BE-4800-AE50172A16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p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8442-6457-B2B2-67DA-5ABCB3278CF5}"/>
              </a:ext>
            </a:extLst>
          </p:cNvPr>
          <p:cNvSpPr txBox="1"/>
          <p:nvPr/>
        </p:nvSpPr>
        <p:spPr>
          <a:xfrm>
            <a:off x="5230237" y="932546"/>
            <a:ext cx="4260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Conclusion</a:t>
            </a:r>
            <a:endParaRPr lang="en-IN" sz="32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E0E30-5ED9-F4AE-F98F-59427E0AD7B4}"/>
              </a:ext>
            </a:extLst>
          </p:cNvPr>
          <p:cNvSpPr txBox="1"/>
          <p:nvPr/>
        </p:nvSpPr>
        <p:spPr>
          <a:xfrm>
            <a:off x="671208" y="1955453"/>
            <a:ext cx="109922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future, this project can be enhanced by integrating Slack and Microsoft Teams, creating a monitoring dashboard, and adding Al-based anomaly detection.</a:t>
            </a:r>
          </a:p>
          <a:p>
            <a:endParaRPr lang="en-US" sz="2400" dirty="0"/>
          </a:p>
          <a:p>
            <a:r>
              <a:rPr lang="en-US" sz="2400" dirty="0"/>
              <a:t>Conclusion: This proposed project demonstrates the concept of automating DevOps monitoring using chatbots. It aims to reduce manual effort and improve system reliability through real-time alerts.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98616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pFill/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423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MAHESWARI KONGARAPU</dc:creator>
  <cp:lastModifiedBy>MAHESWARI KONGARAPU</cp:lastModifiedBy>
  <cp:revision>1</cp:revision>
  <dcterms:created xsi:type="dcterms:W3CDTF">2026-01-29T15:18:40Z</dcterms:created>
  <dcterms:modified xsi:type="dcterms:W3CDTF">2026-01-30T04:13:46Z</dcterms:modified>
</cp:coreProperties>
</file>